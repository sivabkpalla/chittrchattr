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robot name clearly. This talk is about design, not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Introduce the team and the game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Crescendo like explaining a new sport.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points are our checklist for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Praise the rebuild as smart teamwork, without talking about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basketball comparison if it helps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flexibility in simple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Balance: score first, climb later — but both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= helpful tools for the human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and hit each of the five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here. Invite simple questions about design or the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4964A"/>
                </a:solidFill>
                <a:latin typeface="Georgia"/>
              </a:rPr>
              <a:t>ENZO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2EBDF"/>
                </a:solidFill>
                <a:latin typeface="Georgia"/>
              </a:rPr>
              <a:t>Why Enzo is the best robot in Crescendo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8A093"/>
                </a:solidFill>
                <a:latin typeface="Calibri"/>
              </a:rPr>
              <a:t>Team 1577 Steampunk  ·  About smart design  ·  5–7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WHO IS ENZO?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Meet the robot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 w="12700">
            <a:solidFill>
              <a:srgbClr val="3A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964A"/>
                </a:solidFill>
                <a:latin typeface="Georgia"/>
              </a:rPr>
              <a:t>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EBDF"/>
                </a:solidFill>
                <a:latin typeface="Calibri"/>
              </a:rPr>
              <a:t>Built by FRC Team 1577, Steampunk, from Raanana, Israel.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6888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 w="12700">
            <a:solidFill>
              <a:srgbClr val="3A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964A"/>
                </a:solidFill>
                <a:latin typeface="Georgia"/>
              </a:rPr>
              <a:t>The 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4612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EBDF"/>
                </a:solidFill>
                <a:latin typeface="Calibri"/>
              </a:rPr>
              <a:t>Crescendo is like a sports match for robots: pick up foam rings called Notes, score them, and climb at the 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 w="12700">
            <a:solidFill>
              <a:srgbClr val="3A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697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964A"/>
                </a:solidFill>
                <a:latin typeface="Georgia"/>
              </a:rPr>
              <a:t>Our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246120"/>
            <a:ext cx="3017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EBDF"/>
                </a:solidFill>
                <a:latin typeface="Calibri"/>
              </a:rPr>
              <a:t>We’ll talk about how Enzo was designed — not about game scores.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What robots had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Pick up Notes from the floor quickly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Shoot them into a big goal (the Speaker)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Also put Notes in a side goal (the Amp)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Climb onto a chain at the end of the match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Keep moving even when other robots get in the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WHAT “BEST”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Not flashiest — smartest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Has a clear plan for the whole game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Picks up and scores Notes smoothly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Can help the team in more than one way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Gets better when the team finds problems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Is easy for the drivers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IMPROVING THE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They weren’t afraid to change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A093"/>
                </a:solidFill>
                <a:latin typeface="Calibri"/>
              </a:rPr>
              <a:t>Midway through the season, the team rebuilt big parts of Enzo.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They listened to what wasn’t working and fixed it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Great engineering means improving — not sticking with a bad first idea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Enzo got better because the team was willing to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PICKING UP GAME PIECES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If you can’t grab Notes, you can’t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 w="12700">
            <a:solidFill>
              <a:srgbClr val="3A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964A"/>
                </a:solidFill>
                <a:latin typeface="Georgia"/>
              </a:rPr>
              <a:t>Simple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EBDF"/>
                </a:solidFill>
                <a:latin typeface="Calibri"/>
              </a:rPr>
              <a:t>Enzo is built around getting Notes fast and keeping them under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 w="12700">
            <a:solidFill>
              <a:srgbClr val="3A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964A"/>
                </a:solidFill>
                <a:latin typeface="Georgia"/>
              </a:rPr>
              <a:t>Sports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246120"/>
            <a:ext cx="4754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EBDF"/>
                </a:solidFill>
                <a:latin typeface="Calibri"/>
              </a:rPr>
              <a:t>Owning the Notes is like owning the basketball. Enzo was made to take that job seriously.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Two ways to score, one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It can shoot into the Speaker for regular scoring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It can also score in the Amp to help its alliance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Drivers can pick the better option when the field is crowded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Being flexible is better than only being good at one 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THE END OF THE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Climbing without breaking the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 w="12700">
            <a:solidFill>
              <a:srgbClr val="3A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964A"/>
                </a:solidFill>
                <a:latin typeface="Georgia"/>
              </a:rPr>
              <a:t>Common mistake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4937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EBDF"/>
                </a:solidFill>
                <a:latin typeface="Calibri"/>
              </a:rPr>
              <a:t>Some robots try so hard to climb that they get worse at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212080" cy="320040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 w="12700">
            <a:solidFill>
              <a:srgbClr val="3A3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97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964A"/>
                </a:solidFill>
                <a:latin typeface="Georgia"/>
              </a:rPr>
              <a:t>Enzo’s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246120"/>
            <a:ext cx="4754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2EBDF"/>
                </a:solidFill>
                <a:latin typeface="Calibri"/>
              </a:rPr>
              <a:t>Enzo stays strong at scoring during the match — and still can climb when it matters at the 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DRIVING THE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Good code makes hard jobs feel easy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Helps the robot aim and score more consistently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Gives drivers clear controls instead of button chaos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Uses cameras and sensors so the robot “sees” the field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F2EBDF"/>
                </a:solidFill>
                <a:latin typeface="Calibri"/>
              </a:rPr>
              <a:t>When drivers trust the robot, they can play smarter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964A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EBDF"/>
                </a:solidFill>
                <a:latin typeface="Georgia"/>
              </a:rPr>
              <a:t>Why Enzo is the best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240280"/>
            <a:ext cx="438912" cy="438912"/>
          </a:xfrm>
          <a:prstGeom prst="ellipse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2EBDF"/>
                </a:solidFill>
                <a:latin typeface="Calibri"/>
              </a:rPr>
              <a:t>Built for the whole Crescendo game, not just one trick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98648"/>
            <a:ext cx="438912" cy="438912"/>
          </a:xfrm>
          <a:prstGeom prst="ellipse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443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2EBDF"/>
                </a:solidFill>
                <a:latin typeface="Calibri"/>
              </a:rPr>
              <a:t>The team rebuilt it when they needed to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557016"/>
            <a:ext cx="438912" cy="438912"/>
          </a:xfrm>
          <a:prstGeom prst="ellipse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02736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02736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2EBDF"/>
                </a:solidFill>
                <a:latin typeface="Calibri"/>
              </a:rPr>
              <a:t>Focuses on grabbing and controlling Notes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215384"/>
            <a:ext cx="438912" cy="438912"/>
          </a:xfrm>
          <a:prstGeom prst="ellipse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6110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6110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2EBDF"/>
                </a:solidFill>
                <a:latin typeface="Calibri"/>
              </a:rPr>
              <a:t>Can score in more than one way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873752"/>
            <a:ext cx="438912" cy="438912"/>
          </a:xfrm>
          <a:prstGeom prst="ellipse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919472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161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1947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2EBDF"/>
                </a:solidFill>
                <a:latin typeface="Calibri"/>
              </a:rPr>
              <a:t>Software helps drivers do the hard parts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9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EBDF"/>
                </a:solidFill>
                <a:latin typeface="Georgia"/>
              </a:rPr>
              <a:t>Enzo is best because of how it was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A8A093"/>
                </a:solidFill>
                <a:latin typeface="Calibri"/>
              </a:rPr>
              <a:t>Clear plan. Willing to improve. Easy to drive. Ready for the whole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4964A"/>
                </a:solidFill>
                <a:latin typeface="Georgia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A093"/>
                </a:solidFill>
                <a:latin typeface="Calibri"/>
              </a:rPr>
              <a:t>ENZO  ·  FRC Crescendo  ·  Team 1577 Steampunk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