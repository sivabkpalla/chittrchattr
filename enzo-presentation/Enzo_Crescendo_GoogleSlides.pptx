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robot name clearly. This talk is about design, not scores.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short. Introduce the team and the game in plain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Crescendo like explaining a new sport.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points are our checklist for the rest of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Praise the rebuild as smart teamwork, without talking about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basketball comparison if it helps the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flexibility in simple terms.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Balance: score first, climb later — but both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Software = helpful tools for the human drivers.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and hit each of the five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here. Invite simple questions about design or the game.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C4964A"/>
                </a:solidFill>
                <a:latin typeface="Arial"/>
              </a:rPr>
              <a:t>TEAM 1577 STEAMPUNK  ·  FRC CRESCENDO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F2EBDF"/>
                </a:solidFill>
                <a:latin typeface="Arial"/>
              </a:rPr>
              <a:t>ENZO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789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Why Enzo is the best robot in Crescendo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A short talk about smart design  ·  about 5–7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A8A093"/>
                </a:solidFill>
                <a:latin typeface="Arial"/>
              </a:rPr>
              <a:t>ENZO  ·  FRC Crescendo  ·  Team 1577 Steampunk  ·  1/11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C4964A"/>
                </a:solidFill>
                <a:latin typeface="Arial"/>
              </a:rPr>
              <a:t>WHO IS ENZO?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F2EBDF"/>
                </a:solidFill>
                <a:latin typeface="Arial"/>
              </a:rPr>
              <a:t>Meet the robot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789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Enzo was built by FRC Team 1577, Steampunk, from Raanana, Israel.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Crescendo is like a sports match for robots: pick up foam rings called Notes, score them, and climb at the end.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We’ll talk about how Enzo was designed — not about game scores.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A8A093"/>
                </a:solidFill>
                <a:latin typeface="Arial"/>
              </a:rPr>
              <a:t>ENZO  ·  FRC Crescendo  ·  Team 1577 Steampunk  ·  2/11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C4964A"/>
                </a:solidFill>
                <a:latin typeface="Arial"/>
              </a:rPr>
              <a:t>THE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F2EBDF"/>
                </a:solidFill>
                <a:latin typeface="Arial"/>
              </a:rPr>
              <a:t>What robots had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789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• Pick up Notes from the floor quickly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• Shoot them into a big goal (the Speaker)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• Also put Notes in a side goal (the Amp)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• Climb onto a chain at the end of the match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• Keep moving even when other robots get in the 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A8A093"/>
                </a:solidFill>
                <a:latin typeface="Arial"/>
              </a:rPr>
              <a:t>ENZO  ·  FRC Crescendo  ·  Team 1577 Steampunk  ·  3/11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C4964A"/>
                </a:solidFill>
                <a:latin typeface="Arial"/>
              </a:rPr>
              <a:t>WHAT “BEST” MEANS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F2EBDF"/>
                </a:solidFill>
                <a:latin typeface="Arial"/>
              </a:rPr>
              <a:t>Not flashiest — smartest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789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• Has a clear plan for the whole game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• Picks up and scores Notes smoothly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• Can help the team in more than one way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• Gets better when the team finds problems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• Is easy for the drivers to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A8A093"/>
                </a:solidFill>
                <a:latin typeface="Arial"/>
              </a:rPr>
              <a:t>ENZO  ·  FRC Crescendo  ·  Team 1577 Steampunk  ·  4/11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C4964A"/>
                </a:solidFill>
                <a:latin typeface="Arial"/>
              </a:rPr>
              <a:t>IMPROVING THE ROBOT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F2EBDF"/>
                </a:solidFill>
                <a:latin typeface="Arial"/>
              </a:rPr>
              <a:t>They weren’t afraid to change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789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Midway through the season, the team rebuilt big parts of Enzo.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That means they listened to what wasn’t working and fixed it.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Great engineering looks like that — not giving up on the first idea.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A8A093"/>
                </a:solidFill>
                <a:latin typeface="Arial"/>
              </a:rPr>
              <a:t>ENZO  ·  FRC Crescendo  ·  Team 1577 Steampunk  ·  5/11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C4964A"/>
                </a:solidFill>
                <a:latin typeface="Arial"/>
              </a:rPr>
              <a:t>PICKING UP GAME PIECES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F2EBDF"/>
                </a:solidFill>
                <a:latin typeface="Arial"/>
              </a:rPr>
              <a:t>If you can’t grab Notes, you can’t score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789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Enzo is built around getting Notes fast and keeping them under control.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In this game, owning the Notes is like owning the basketball.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Enzo was made to take that job seriously.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A8A093"/>
                </a:solidFill>
                <a:latin typeface="Arial"/>
              </a:rPr>
              <a:t>ENZO  ·  FRC Crescendo  ·  Team 1577 Steampunk  ·  6/11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C4964A"/>
                </a:solidFill>
                <a:latin typeface="Arial"/>
              </a:rPr>
              <a:t>SCORING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F2EBDF"/>
                </a:solidFill>
                <a:latin typeface="Arial"/>
              </a:rPr>
              <a:t>Two ways to score, one robot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789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• It can shoot into the Speaker for regular scoring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• It can also score in the Amp to help its alliance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• Drivers can pick the better option when the field is crowded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• Being flexible is better than only being good at one 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A8A093"/>
                </a:solidFill>
                <a:latin typeface="Arial"/>
              </a:rPr>
              <a:t>ENZO  ·  FRC Crescendo  ·  Team 1577 Steampunk  ·  7/11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C4964A"/>
                </a:solidFill>
                <a:latin typeface="Arial"/>
              </a:rPr>
              <a:t>THE END OF THE MATCH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F2EBDF"/>
                </a:solidFill>
                <a:latin typeface="Arial"/>
              </a:rPr>
              <a:t>Climbing without breaking 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789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Some robots try so hard to climb that they get worse at scoring.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Enzo stays strong at scoring during the match — and still can climb when it matters at the end.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A8A093"/>
                </a:solidFill>
                <a:latin typeface="Arial"/>
              </a:rPr>
              <a:t>ENZO  ·  FRC Crescendo  ·  Team 1577 Steampunk  ·  8/11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C4964A"/>
                </a:solidFill>
                <a:latin typeface="Arial"/>
              </a:rPr>
              <a:t>DRIVING THE ROBOT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F2EBDF"/>
                </a:solidFill>
                <a:latin typeface="Arial"/>
              </a:rPr>
              <a:t>Good code makes hard jobs feel easy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789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• Helps the robot aim and score more consistently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• Gives drivers clear controls instead of button chaos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• Uses cameras and sensors so the robot “sees” the field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• When drivers trust the robot, they can play smarter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A8A093"/>
                </a:solidFill>
                <a:latin typeface="Arial"/>
              </a:rPr>
              <a:t>ENZO  ·  FRC Crescendo  ·  Team 1577 Steampunk  ·  9/11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C4964A"/>
                </a:solidFill>
                <a:latin typeface="Arial"/>
              </a:rPr>
              <a:t>THE BIG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F2EBDF"/>
                </a:solidFill>
                <a:latin typeface="Arial"/>
              </a:rPr>
              <a:t>Why Enzo is the best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789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1. Built for the whole Crescendo game, not just one trick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2. The team rebuilt it when they needed to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3. Focuses on grabbing and controlling Notes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4. Can score in more than one way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5. Software helps drivers do the hard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A8A093"/>
                </a:solidFill>
                <a:latin typeface="Arial"/>
              </a:rPr>
              <a:t>ENZO  ·  FRC Crescendo  ·  Team 1577 Steampunk  ·  10/11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C4964A"/>
                </a:solidFill>
                <a:latin typeface="Arial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F2EBDF"/>
                </a:solidFill>
                <a:latin typeface="Arial"/>
              </a:rPr>
              <a:t>Enzo is best because of how it was built.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789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Clear plan. Willing to improve. Easy to drive. Ready for the whole game.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2EBDF"/>
                </a:solidFill>
                <a:latin typeface="Arial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A8A093"/>
                </a:solidFill>
                <a:latin typeface="Arial"/>
              </a:rPr>
              <a:t>ENZO  ·  FRC Crescendo  ·  Team 1577 Steampunk  ·  11/11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