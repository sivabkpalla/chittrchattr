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robot name clearly. Talk about design, not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short and 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game like a new sport.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points guide the rest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Praise fixing problems. No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Basketball comparison helps.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simple: two scoring options.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Score during the match, climb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 = the robot’s computer programs.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on each of the five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here and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TEAM 1577 STEAMPUNK  ·  ROBOT GAME: CRESCENDO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ENZO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Why Enzo is the best robot in Crescendo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A short talk about how it was built  ·  about 5 to 7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Crescendo  ·  Team 1577 Steampunk  · 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WHO IS ENZO?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Meet the robot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High school students on Team 1577 (Steampunk) built Enzo in Raanana, Israel.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Crescendo is a robot sports game. Robots pick up foam rings called Notes, score points, and climb at the end.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We’ll talk about how Enzo was built — not about game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Crescendo  ·  Team 1577 Steampunk  · 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THE GAME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What robots had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Pick up Notes from the floor fast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Shoot Notes into a big goal called the Speaker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Also put Notes in a side goal called the Amp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Climb a chain near the end of the match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Keep driving even when other robots block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Crescendo  ·  Team 1577 Steampunk  · 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WHAT “BEST”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Not the flashiest — the smartest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Has a simple plan for the whole game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Picks up and scores Notes without drama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Can help its partners in more than one way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Gets fixed when something is wrong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Is easy for the drivers to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Crescendo  ·  Team 1577 Steampunk  ·  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MAKING IT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They changed Enzo when they had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In the middle of the season, the team took Enzo apart and built big parts again.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That’s smart. Good teams don’t stick with a bad first idea. They fix the robot.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Crescendo  ·  Team 1577 Steampunk  ·  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PICKING UP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No Notes = no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Enzo is built to grab Notes quickly and hold onto them.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In this game, having the Notes is like having the basketball.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Enzo was made to win that fight.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Crescendo  ·  Team 1577 Steampunk  ·  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SCORING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Two ways to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Shoot into the Speaker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Score in the Amp to help its partners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Drivers can choose the better option when it’s crowded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Doing both jobs is better than only doing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Crescendo  ·  Team 1577 Steampunk  ·  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END OF THE MATCH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Climbing without messing up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Some robots focus so much on climbing that they get worse at scoring.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Enzo stays good at scoring during the match, and it can still climb at the 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Crescendo  ·  Team 1577 Steampunk  ·  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THE ROBOT’S COMPUTER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Good code makes driving easier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Helps the robot aim better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Gives drivers simple controls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Uses cameras so the robot can “see” the field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When drivers trust the robot, they play better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Crescendo  ·  Team 1577 Steampunk  ·  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Why Enzo is the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1. Built for the whole game, not just one trick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2. The team changed it when it needed changes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3. Great at grabbing and holding Notes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4. Can score in more than one way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5. The code helps the drivers a 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Crescendo  ·  Team 1577 Steampunk  ·  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THE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Enzo is best because of how it was built.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Simple plan. Willing to change. Easy to drive. Ready for the whole game.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Crescendo  ·  Team 1577 Steampunk  ·  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