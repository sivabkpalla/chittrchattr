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brand. No scoreboards — design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Enzo and set the evaluation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 demands. One-trick robots were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rubric is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the public Enzo rebuild story without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claims qualitative. Possession quality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Dual-mode scoring = decision freedom.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teleop identity with real endgame.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is the multiplier.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Thesis slide. Pause between the five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and invite design questions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TEAM 1577 STEAMPUNK  ·  FRC CRESCENDO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ENZO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Why Enzo is the best robot of FRC Crescendo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A design-first argument  ·  5–7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MEET THE 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Enzo, built by Steampunk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FRC Team 1577 — Aviv High School, Raanana.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Crescendo asks robots to collect Notes, score Speaker and Amp, and finish on Stage.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Today we judge Enzo by design quality — never by match tallies.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THE PROBLEM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What Crescendo demanded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Forgiving Note acquisition under contact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Fast Speaker cycles plus Amp utility for the alliance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Stage presence without wrecking teleop scoring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Mobility that survives defense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Software drivers can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How we define “best”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Strategy clarity — every subsystem serves one game plan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Cycle quality — intake → control → score is short and stable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Role flexibility — scorer, cleaner, or endgame partner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Iteration courage — redesign when the field teaches better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Driver trust — hard things feel ordinary at the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DESIGN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Enzo was rebuilt when it had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After early district play, Steampunk chose a substantial redesign.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Best robots are not frozen at first CAD.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They update when reality disagrees with the design.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That discipline is rarer than clever mechanisms — and more decisive.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SUBSYSTEM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Notes first: possession is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In Crescendo, the robot that owns Notes controls tempo.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A best-in-class bot treats intake as reliability: wide capture, quick centering, clean handoff.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Enzo’s architecture is organized around uninterrupted Note flow — every possession becomes an alliance asset.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SCORING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Speaker threat + Amp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Speaker capability creates continuous cycle pressure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Amp capability turns alliance coordination into leverage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A unified package lets drivers choose under congestion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Enzo’s claim is versatility in chaos — not one highlight 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ENDGAME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Stage-ready without compromise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Climbing only matters if the robot can still score for most of the match.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Designs that chase every endgame flourish often weaken teleop throughput.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Enzo protects cycle identity first, then adds credible Stage presence alliances can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HUMAN–MACHINE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Software makes Enzo feel inevitable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Hardware sets the ceiling. Controls decide whether drivers reach it.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State-aware scoring workflows cut button chaos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Vision turns “almost lined up” into “ready to release”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Honest autonomous feedback makes teleop trustworthy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• When drivers trust the robot, strategy expands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THE 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Why Enzo is the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1. It answers Crescendo’s real problem: Notes, dual scoring, Stage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2. It was rebuilt with courage when the field demanded better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3. It prioritizes possession quality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4. It stays versatile: Speaker pressure and Amp utility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5. It closes the loop with software drivers can trust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Five reasons — all design, no scoreboard.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964A"/>
                </a:solidFill>
                <a:latin typeface="Arial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2EBDF"/>
                </a:solidFill>
                <a:latin typeface="Arial"/>
              </a:rPr>
              <a:t>Enzo is best because it was designed to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Not because of a bracket.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Because Steampunk built clear strategy, fearless iteration, and a machine drivers — and alliances — can trust.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2EBDF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8A093"/>
                </a:solidFill>
                <a:latin typeface="Arial"/>
              </a:rPr>
              <a:t>ENZO  ·  FRC Crescendo  ·  Team 1577 Steampunk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